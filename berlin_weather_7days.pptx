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柏林7天天气预报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2026年3月20-26日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7天天气详情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2286000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日期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温度 (°C)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风速 (km/h)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降水概率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3月20日 (周五)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3月21日 (周六)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0%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3月22日 (周日)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3月23日 (周一)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0%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3月24日 (周二)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3月25日 (周三)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0%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3月26日 (周四)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温度趋势图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976D2"/>
                </a:solidFill>
              </a:defRPr>
            </a:pPr>
            <a:r>
              <a:t>3/20: ███████████ 11°C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976D2"/>
                </a:solidFill>
              </a:defRPr>
            </a:pPr>
            <a:r>
              <a:t>3/21: ███████████ 11°C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976D2"/>
                </a:solidFill>
              </a:defRPr>
            </a:pPr>
            <a:r>
              <a:t>3/22: ██████████████ 14°C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976D2"/>
                </a:solidFill>
              </a:defRPr>
            </a:pPr>
            <a:r>
              <a:t>3/23: ██████████████ 14°C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976D2"/>
                </a:solidFill>
              </a:defRPr>
            </a:pPr>
            <a:r>
              <a:t>3/24: ███████████ 11°C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976D2"/>
                </a:solidFill>
              </a:defRPr>
            </a:pPr>
            <a:r>
              <a:t>3/25: █████████████████ 17°C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1976D2"/>
                </a:solidFill>
              </a:defRPr>
            </a:pPr>
            <a:r>
              <a:t>3/26: ███████████ 11°C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关键指标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6400800" cy="914400"/>
          </a:xfrm>
          <a:prstGeom prst="rect">
            <a:avLst/>
          </a:prstGeom>
          <a:solidFill>
            <a:srgbClr val="E6F0FA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46304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76D2"/>
                </a:solidFill>
              </a:defRPr>
            </a:pPr>
            <a:r>
              <a:t>最高温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46304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17°C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6304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3月25日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560320"/>
            <a:ext cx="6400800" cy="914400"/>
          </a:xfrm>
          <a:prstGeom prst="rect">
            <a:avLst/>
          </a:prstGeom>
          <a:solidFill>
            <a:srgbClr val="E6F0FA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65176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76D2"/>
                </a:solidFill>
              </a:defRPr>
            </a:pPr>
            <a:r>
              <a:t>最低温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65176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11°C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65176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3月20-21日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749039"/>
            <a:ext cx="6400800" cy="914400"/>
          </a:xfrm>
          <a:prstGeom prst="rect">
            <a:avLst/>
          </a:prstGeom>
          <a:solidFill>
            <a:srgbClr val="E6F0FA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3840479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76D2"/>
                </a:solidFill>
              </a:defRPr>
            </a:pPr>
            <a:r>
              <a:t>最强风速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840479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9 km/h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840479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3月25日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4937760"/>
            <a:ext cx="6400800" cy="914400"/>
          </a:xfrm>
          <a:prstGeom prst="rect">
            <a:avLst/>
          </a:prstGeom>
          <a:solidFill>
            <a:srgbClr val="E6F0FA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5029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976D2"/>
                </a:solidFill>
              </a:defRPr>
            </a:pPr>
            <a:r>
              <a:t>最高降水概率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50292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029200"/>
            <a:ext cx="1371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3月24日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